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5DF48-8557-4309-BA00-95C153F013A7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21C97-D3D6-4DF5-A824-0F913DEBE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1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ABFB-0776-CE44-C21E-A3791F556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44888-454B-0551-C107-4EC0094D4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937FE-84A2-F099-2F53-5ADB9DF0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33D9-7DC6-16BB-D2E6-632A4F10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8DD2-ACC0-A31C-2394-E15F64B3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94C0-D005-D368-5CC4-BE93A50E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2C76-E2A7-23D8-BA76-6A3A92219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F855A-E96C-BA2E-97E3-B6E055B6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DFE5-3700-0F89-39BA-C559E9A4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56943-360A-A9F4-4FEA-AB52F2DF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9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E716-C97E-323E-14F7-F889F02FC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79997-ADEC-A6FF-C611-93E0F75BE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6EBF7-2223-EE5A-A3EE-419C8247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77AFA-AE8A-9B88-07B6-E5B277B8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FE762-12BA-3F65-BA4A-EA2876EF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01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59A4-C493-2F60-7A8B-B5476B71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DCB82-1358-1D1F-E686-B0B49175B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592E1-D297-194E-EE18-C6981732A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4AC21-0D99-38BF-D26C-07AE9C68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45CE5-F74F-D4DE-A224-D048F9F4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9622-5351-AE98-2150-D581780B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67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5CA8-D84E-3A14-BCBE-AC37613A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7C559-BED2-AAAE-9454-77F99DB1D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E15D1-0CE9-4024-F7B0-08738DD30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79388-E4B5-9952-AA46-3DC018E0E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C56E1-88C1-25F6-5A8C-656B778AF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0EF09-D61D-712D-5D04-7A8BF281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13411-0FB1-4D99-55B6-107A0770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AEF001-F4CA-27FD-E6D8-E6811B5B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6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7D56-0AF2-650F-E096-30BF86F1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84E46-CBBA-9047-FA8A-8AE29F91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A780D-0AF5-5B95-83E3-3DE995AD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3E42D-5432-AD79-5128-CB6A3FC0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41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7DA25-3AC9-32B8-0019-C2DC1931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2CBD9-7115-C494-8F5E-1336594DE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CE861-9031-DB76-1D8B-66E9E18E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7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5454-D7CB-0BC1-8FFE-0B521017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F56B8-3736-A74C-751E-45B3C5B92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B2A86-0F2E-3936-9433-48E9832F6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0FB1D-7984-625F-B9B4-1AD339FB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1B80D-B0F9-F1E9-91AA-6A631CDB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E6F2A-4B85-14DC-3545-262DF423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38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9A29-35F0-98B4-4F42-AB5F46BE1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6A5B4-9C0F-AC1A-EDD9-AF9D276B1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6FF7C-876A-0902-CAF3-2B24964CE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67711-7CD1-ABDE-3E48-49DFFC6C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C3AB6-7451-5FF8-3F9C-0530FE72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4F21D-3FE1-FCE0-0345-F6E85902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5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7F48-0933-D1BB-DF02-59BB1244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2BB52-253B-09B1-A6FB-BB8E367D5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AF948-D669-9A44-F0BD-765A0A849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A7005-B124-9CF5-57C7-610FA5D5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3C09-35AD-D0EA-7094-5F242CC5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18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15E26-E492-37B9-3171-E053DA9A3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93C38-EA30-ABC4-DA8F-7BAD8BA70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45767-8D83-4306-5905-C07334AC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640BD-750E-CB19-3FF2-53424757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63613-310D-8E7C-334C-866B7C28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1B5AA-6020-618B-0010-C295F011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2F780-2DB2-D6A5-12E2-1560E9CE7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1CEC0-972B-28A7-66A4-7E1559B8F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97769-11AF-4B13-9480-5464F4E8F14E}" type="datetimeFigureOut">
              <a:rPr lang="en-US" smtClean="0"/>
              <a:t>18-Sep-26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F1E15-EA13-3493-7DEB-E4E171365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E0DDD-7CEB-95C6-C1D8-51474B032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66C3F-FEFB-43B6-A316-8E9E30C0F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21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89FF48-5BD1-A579-9BBD-2C7746272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2384A-C7EC-B6B5-2425-B9A463F91621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5F706E-BA93-65F3-4B20-9D74AEC14EA8}"/>
              </a:ext>
            </a:extLst>
          </p:cNvPr>
          <p:cNvSpPr txBox="1"/>
          <p:nvPr/>
        </p:nvSpPr>
        <p:spPr>
          <a:xfrm>
            <a:off x="1078230" y="1934165"/>
            <a:ext cx="63596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Project / Idea Title </a:t>
            </a:r>
            <a:endParaRPr lang="en-IN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Team Name </a:t>
            </a:r>
            <a:endParaRPr lang="en-IN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Department / Institution </a:t>
            </a:r>
            <a:endParaRPr lang="en-IN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Hackathon Name: AI FUSION 2026</a:t>
            </a:r>
            <a:endParaRPr lang="en-IN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Theme of your idea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Problem Statement Category</a:t>
            </a:r>
            <a:endParaRPr lang="en-IN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13B00D-0DF3-5EDE-1F30-88FA3EF5F380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F18EF7-430A-2C59-4F8B-3D80068A156B}"/>
              </a:ext>
            </a:extLst>
          </p:cNvPr>
          <p:cNvSpPr txBox="1"/>
          <p:nvPr/>
        </p:nvSpPr>
        <p:spPr>
          <a:xfrm>
            <a:off x="4968240" y="1595414"/>
            <a:ext cx="19659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Title Page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9EF2A-4185-742B-8911-2FAE8FD1DE30}"/>
              </a:ext>
            </a:extLst>
          </p:cNvPr>
          <p:cNvSpPr txBox="1"/>
          <p:nvPr/>
        </p:nvSpPr>
        <p:spPr>
          <a:xfrm>
            <a:off x="3053715" y="336254"/>
            <a:ext cx="5795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lgerian" panose="04020705040A02060702" pitchFamily="82" charset="0"/>
              </a:rPr>
              <a:t>AI FUSION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70837D-E719-5F0D-A2BA-D43A96092D80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</p:spTree>
    <p:extLst>
      <p:ext uri="{BB962C8B-B14F-4D97-AF65-F5344CB8AC3E}">
        <p14:creationId xmlns:p14="http://schemas.microsoft.com/office/powerpoint/2010/main" val="322925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B4E99E-4496-0EBF-FA09-4C3C17965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B077EC-E431-AFC5-CDC5-2252E1B93B2E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8F45-8AF2-F9B6-58B6-3A232477AF91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2FA96-CAC4-F2B7-2075-4546026157CF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5632C4-4A22-162C-B184-39D191901300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41C64C-F3EE-0A2C-84D5-AA99B76093FE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A3705A-88E0-16CF-1706-8864921D91B1}"/>
              </a:ext>
            </a:extLst>
          </p:cNvPr>
          <p:cNvSpPr txBox="1"/>
          <p:nvPr/>
        </p:nvSpPr>
        <p:spPr>
          <a:xfrm>
            <a:off x="4346066" y="486047"/>
            <a:ext cx="2385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6BB03F-3F27-9FEF-BF07-9A995949102C}"/>
              </a:ext>
            </a:extLst>
          </p:cNvPr>
          <p:cNvSpPr txBox="1"/>
          <p:nvPr/>
        </p:nvSpPr>
        <p:spPr>
          <a:xfrm>
            <a:off x="1179956" y="1642078"/>
            <a:ext cx="810691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real-world problem are we solving?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experiences this problem?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major challenges today?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existing solutions insufficient?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the problem remains unsolved?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an innovative, technology-driven solution required? </a:t>
            </a:r>
          </a:p>
        </p:txBody>
      </p:sp>
    </p:spTree>
    <p:extLst>
      <p:ext uri="{BB962C8B-B14F-4D97-AF65-F5344CB8AC3E}">
        <p14:creationId xmlns:p14="http://schemas.microsoft.com/office/powerpoint/2010/main" val="4840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F5AED17-34D9-2816-490C-38205E0D9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C15745B-4869-0639-9D3D-F0843811236F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2038D2-1F24-E3EF-4338-A428AEBFE9FB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FBF6B5-1051-B5D0-2871-57202A5CA369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E46D00-BD8E-9C9A-7FC1-B6F7B27A5D29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06D836-C69E-AC91-65FC-D05E0618329C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2F64F2-E484-2322-24A8-CA3E6B8413F3}"/>
              </a:ext>
            </a:extLst>
          </p:cNvPr>
          <p:cNvSpPr txBox="1"/>
          <p:nvPr/>
        </p:nvSpPr>
        <p:spPr>
          <a:xfrm>
            <a:off x="4161948" y="514849"/>
            <a:ext cx="3548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endParaRPr lang="en-US" sz="2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CAAAFF-C0C3-A14E-7F37-75BCB3DFABEC}"/>
              </a:ext>
            </a:extLst>
          </p:cNvPr>
          <p:cNvSpPr txBox="1"/>
          <p:nvPr/>
        </p:nvSpPr>
        <p:spPr>
          <a:xfrm>
            <a:off x="1056131" y="1718917"/>
            <a:ext cx="102969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might we use technology to [solve the specific problem] so that [target users] can achieve [measurable outcome]?”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Areas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Gap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Outcome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03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4C9A7C-BB24-FE1F-1FE8-8C0459038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BAE679-9B02-A0B4-B1CF-934359E78F8A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F551D6-DF0B-D7E0-5AF0-AACAC889EEEC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3E45F-F0E2-E66C-C2A1-7073F1D74855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9AE1134-F01C-32AF-CD6E-691CE54F1E16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4B5744-CB9F-9E0D-FA55-F3123D048CA7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B9FE8-4EFA-0BEC-14D1-53DE9ED10C6D}"/>
              </a:ext>
            </a:extLst>
          </p:cNvPr>
          <p:cNvSpPr txBox="1"/>
          <p:nvPr/>
        </p:nvSpPr>
        <p:spPr>
          <a:xfrm>
            <a:off x="1792410" y="1214365"/>
            <a:ext cx="830103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Name: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[Project Name]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One-Line Pitch: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smart, scalable and user-focused solution designed to solve [problem] through technology and intelligent automation.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problem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relevant data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analyze information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intelligent insights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or automate appropriate actions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resulting impact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8ABBA8-8867-E755-F87E-212CD50F5FED}"/>
              </a:ext>
            </a:extLst>
          </p:cNvPr>
          <p:cNvSpPr txBox="1"/>
          <p:nvPr/>
        </p:nvSpPr>
        <p:spPr>
          <a:xfrm>
            <a:off x="4981003" y="407127"/>
            <a:ext cx="1909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OUR IDEA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23688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8B96FC-E4A8-D097-3E67-20087B821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A6BB88-B1DF-4662-BF9E-F79814176A68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492D6-93AF-56F0-BB79-A0F78A53DFCD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44B6F2-9260-A9CD-C8F6-7BC8E6A570A2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237FA9-F8FE-1B26-C5DF-795392C67AFB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FE6D55-DB6B-85CD-B4CA-97884B014FD4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6B3652-A2A3-C83D-183A-CD6C781A8947}"/>
              </a:ext>
            </a:extLst>
          </p:cNvPr>
          <p:cNvSpPr txBox="1"/>
          <p:nvPr/>
        </p:nvSpPr>
        <p:spPr>
          <a:xfrm>
            <a:off x="1755647" y="1583697"/>
            <a:ext cx="69965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a clearly identified real-world need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limitations of existing approaches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time, effort and resources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user experience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intelligent automation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data-driven decision-making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scalability and real-world adoption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Value Proposition: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“Simple to use. Intelligent in action. Measurable in impact.”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FA8C1C-31F2-5059-8FB7-1078670C7B8C}"/>
              </a:ext>
            </a:extLst>
          </p:cNvPr>
          <p:cNvSpPr txBox="1"/>
          <p:nvPr/>
        </p:nvSpPr>
        <p:spPr>
          <a:xfrm>
            <a:off x="4745639" y="453305"/>
            <a:ext cx="2709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WHY THIS IDEA?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4119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5CB080-C1F5-FC20-E49B-0FCEE6E6B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29D212-E5BC-A79A-BA69-8F65CAA074DA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63AF81-6AF9-C6A2-F11C-9565F9B68802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F5C64-B664-AADC-2530-DC88ADD51886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319EE3-7AB5-5782-F698-E4A25FB6234A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7CEF4C-4FC0-8983-A828-018334184722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92C02-2A81-3308-643A-03B218224B0C}"/>
              </a:ext>
            </a:extLst>
          </p:cNvPr>
          <p:cNvSpPr txBox="1"/>
          <p:nvPr/>
        </p:nvSpPr>
        <p:spPr>
          <a:xfrm>
            <a:off x="2049752" y="1437472"/>
            <a:ext cx="76152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Data/Input → Processing → AI/ML Analysis → Intelligent Decision → Action/Output → Impact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the platform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data is collected securely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processed and analyzed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generates meaningful insights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recommends or triggers an action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results, alerts or recommendations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continuously improves the system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425C4-D51F-88AF-D472-A229FF92AC33}"/>
              </a:ext>
            </a:extLst>
          </p:cNvPr>
          <p:cNvSpPr txBox="1"/>
          <p:nvPr/>
        </p:nvSpPr>
        <p:spPr>
          <a:xfrm>
            <a:off x="4409067" y="483365"/>
            <a:ext cx="36776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0272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C6639D-AAE0-0895-17B5-F1A01F55C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5926D3-DC39-0DBD-9816-D1C8DE139778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B1DD8B-B5E4-D404-0D73-B7858F42958D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34779-9B0C-A762-96F2-5BEFFF55DBB3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E4D1CF-31FA-6749-7A42-7F9718AE023C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B6E14-FB2B-78FF-4747-8D82B768759D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E1656E-9FEA-A6A3-A710-ED54ABB396B5}"/>
              </a:ext>
            </a:extLst>
          </p:cNvPr>
          <p:cNvSpPr txBox="1"/>
          <p:nvPr/>
        </p:nvSpPr>
        <p:spPr>
          <a:xfrm>
            <a:off x="2174651" y="1583697"/>
            <a:ext cx="54358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/ React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/ Node.js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/ MongoDB / Firebase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Machine Learning, Generative AI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APIs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/ AWS / Azure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Hardware/IoT: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/ ESP32, where applicable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B2ED5C-22C6-DE9E-A888-10FAC59C7E13}"/>
              </a:ext>
            </a:extLst>
          </p:cNvPr>
          <p:cNvSpPr txBox="1"/>
          <p:nvPr/>
        </p:nvSpPr>
        <p:spPr>
          <a:xfrm>
            <a:off x="4119181" y="551805"/>
            <a:ext cx="3252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STACK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63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2E470F-37D2-F189-5985-170995E65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AEF9E9-4EA3-3354-F0E3-916ABECDD3D4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CFF98-0AB0-8190-52DD-5D0CB15F60E2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9AAC4E-B5B1-F95C-DA15-690A810B3642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5AB756-FAC4-AF6F-CA15-A90BEBA3F036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2A8A22-D388-F947-15FC-2B920BA4FE77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345FC8-854A-1E50-415C-67B86A7C50EA}"/>
              </a:ext>
            </a:extLst>
          </p:cNvPr>
          <p:cNvSpPr txBox="1"/>
          <p:nvPr/>
        </p:nvSpPr>
        <p:spPr>
          <a:xfrm>
            <a:off x="1942338" y="1651307"/>
            <a:ext cx="5943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Registration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Data/Input Submission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Validation &amp; Processing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AI/ML Analysis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&amp; Recommendations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↓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Monitoring, Feedback &amp; Improvement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D33BF3-DA38-49C9-6C07-EF1539AC08B4}"/>
              </a:ext>
            </a:extLst>
          </p:cNvPr>
          <p:cNvSpPr txBox="1"/>
          <p:nvPr/>
        </p:nvSpPr>
        <p:spPr>
          <a:xfrm>
            <a:off x="3645884" y="444924"/>
            <a:ext cx="46624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USER JOURNEY / WORKFLOW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42843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293E8E-3FB9-F17A-94A1-BFCCD5FDA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0533AC-2705-1CE4-9DBD-D0647D7C0D21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EA3FF1-0579-E98F-AF2F-82C3564CA1EC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D268B-4F3B-3395-E345-6CCF38D8FFE4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59F1C48-74FA-255C-B3FB-BD672E310AC0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51513E-87FF-F3DA-EE5B-22BE683ADD26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0A566-5926-88A4-EE68-AC90928B7C8C}"/>
              </a:ext>
            </a:extLst>
          </p:cNvPr>
          <p:cNvSpPr txBox="1"/>
          <p:nvPr/>
        </p:nvSpPr>
        <p:spPr>
          <a:xfrm>
            <a:off x="2390772" y="1285964"/>
            <a:ext cx="52738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accessible and proven technologies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scalable architecture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developed within the hackathon timeline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user workflow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infrastructure requirements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with existing systems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implementation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deployment potential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operational effort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B5DE5D-63A6-0283-6516-7913523C53D8}"/>
              </a:ext>
            </a:extLst>
          </p:cNvPr>
          <p:cNvSpPr txBox="1"/>
          <p:nvPr/>
        </p:nvSpPr>
        <p:spPr>
          <a:xfrm>
            <a:off x="2960893" y="356971"/>
            <a:ext cx="59501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Feasibility, Scalability &amp; Future Scope</a:t>
            </a:r>
          </a:p>
          <a:p>
            <a:endParaRPr lang="en-US" sz="2800" b="1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021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1AC4A65-8403-4B60-68EE-49C6BC43E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065411-DB74-7ED2-B30B-67C974C694A0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D9DAA4-CE59-7E14-32A6-91C15D32161A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F3731F-97CF-1E20-C179-83506F9366C0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3C8D43-8EFE-1A11-7385-0F7E741F2026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199B72-9564-4AED-6E88-6B3DDC5B9CCD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02F26-7BF9-7A7E-0B33-8A60F7C9FF2B}"/>
              </a:ext>
            </a:extLst>
          </p:cNvPr>
          <p:cNvSpPr txBox="1"/>
          <p:nvPr/>
        </p:nvSpPr>
        <p:spPr>
          <a:xfrm>
            <a:off x="1837944" y="1443841"/>
            <a:ext cx="88058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Benefits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Benefits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Benefits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Impact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55B240-FB94-B663-6012-8EE558DCD7DD}"/>
              </a:ext>
            </a:extLst>
          </p:cNvPr>
          <p:cNvSpPr txBox="1"/>
          <p:nvPr/>
        </p:nvSpPr>
        <p:spPr>
          <a:xfrm>
            <a:off x="4431695" y="260258"/>
            <a:ext cx="3609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IMPACT &amp; BENEFITS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410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93745B-ECAF-4EF9-D6F4-71E30FF2D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E6687D-3822-5F8A-E887-AC1E35B2DC6D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755505-8954-050F-1733-34BA91C2E691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7ECE5-DAE7-5003-BDDD-20E5D28C676A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5C4857-A266-A9C7-B3B1-AFB712D26B5E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0BF37-5D6B-C39C-D2E8-2AF34BE05095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E2E8DB4-34DE-91C3-9BD2-DF24E413B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97945"/>
              </p:ext>
            </p:extLst>
          </p:nvPr>
        </p:nvGraphicFramePr>
        <p:xfrm>
          <a:off x="947737" y="2213585"/>
          <a:ext cx="10296525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8725">
                  <a:extLst>
                    <a:ext uri="{9D8B030D-6E8A-4147-A177-3AD203B41FA5}">
                      <a16:colId xmlns:a16="http://schemas.microsoft.com/office/drawing/2014/main" val="7441400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66984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179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APIs, structured data collection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02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 &amp; access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0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Testing, validation &amp; continuous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928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27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UI, onboarding &amp; awareness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457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Monitoring, backups &amp; error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14001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D083934-3887-4AB1-11A7-7A1E3F6027E0}"/>
              </a:ext>
            </a:extLst>
          </p:cNvPr>
          <p:cNvSpPr txBox="1"/>
          <p:nvPr/>
        </p:nvSpPr>
        <p:spPr>
          <a:xfrm>
            <a:off x="3193256" y="535434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Challenges &amp; Risk Mitigation</a:t>
            </a:r>
          </a:p>
        </p:txBody>
      </p:sp>
    </p:spTree>
    <p:extLst>
      <p:ext uri="{BB962C8B-B14F-4D97-AF65-F5344CB8AC3E}">
        <p14:creationId xmlns:p14="http://schemas.microsoft.com/office/powerpoint/2010/main" val="3821386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137279-97C8-5E45-9019-6EB0F43FE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DC5762-B1F9-96E2-8D56-F9AAC296291D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B9F97E-FCE8-8E90-A0E8-13E1C301D757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80F30E-CD81-7230-3AF3-F634714C05AB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4B723C-DD1A-463B-89F1-9DF2558F6C79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5A781-8187-398C-FDE6-1B856DAF88AD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B38AFE-2932-9713-DE75-B16011059035}"/>
              </a:ext>
            </a:extLst>
          </p:cNvPr>
          <p:cNvSpPr txBox="1"/>
          <p:nvPr/>
        </p:nvSpPr>
        <p:spPr>
          <a:xfrm>
            <a:off x="1837944" y="2070990"/>
            <a:ext cx="70224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the hackathon, our team will deliver: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working prototype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Web/mobile application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AI/ML-powered solution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 demonstration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239401-E6D9-9C73-0F99-AE5B035FC621}"/>
              </a:ext>
            </a:extLst>
          </p:cNvPr>
          <p:cNvSpPr txBox="1"/>
          <p:nvPr/>
        </p:nvSpPr>
        <p:spPr>
          <a:xfrm>
            <a:off x="4406859" y="488440"/>
            <a:ext cx="33874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EXPECTED OUTCOME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0766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EDDAF7-63A7-AB6F-5943-164BA4DF9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C86326-4D88-3414-EDD8-1BA76A7CFF31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C01EF9-8E62-449F-E44D-562492395541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F9E2FC-573F-4487-59C1-4258EEF9432D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72EED5-0843-384C-BD76-C7198EAAA653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D9A12D-A2A5-C9CA-DDB4-D28FA9C92B69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9150AA-157C-FA26-33EC-D470A9BD28B2}"/>
              </a:ext>
            </a:extLst>
          </p:cNvPr>
          <p:cNvSpPr txBox="1"/>
          <p:nvPr/>
        </p:nvSpPr>
        <p:spPr>
          <a:xfrm>
            <a:off x="1056131" y="1747628"/>
            <a:ext cx="104394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Real-world Challenge Requires A Practical And Scalable Solution.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Combines Technology, Ai And Automation To Address The Challenge Intelligently.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Is Designed To Deliver Measurable Improvements For Users, Organizations And The Wider Community.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“From An Idea To An Innovation, We Are Building A Solution That Can Create Measurable Real-world Impact.”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92AEF-5094-41AA-A659-11CE352D7B66}"/>
              </a:ext>
            </a:extLst>
          </p:cNvPr>
          <p:cNvSpPr txBox="1"/>
          <p:nvPr/>
        </p:nvSpPr>
        <p:spPr>
          <a:xfrm>
            <a:off x="4815077" y="444924"/>
            <a:ext cx="1792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Conclusion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6058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078B3-6C3C-0D0F-2D92-131056F61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BDE6F1-B226-D91C-95D7-48F80BF78A9C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B22C1-CF9F-2F3C-64CD-748A2369816F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7CF71-A137-32D7-CDCD-5DB65EEEFD03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987DA4-E3F3-B319-8D08-19EF56184193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CC88FD-5080-AB9A-77EB-8B95C15E84F8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0FE4-AEFC-E0CC-A65A-4016166B807A}"/>
              </a:ext>
            </a:extLst>
          </p:cNvPr>
          <p:cNvSpPr txBox="1"/>
          <p:nvPr/>
        </p:nvSpPr>
        <p:spPr>
          <a:xfrm>
            <a:off x="2945416" y="2245328"/>
            <a:ext cx="64843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Thank You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| Institution | Contact Details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9F7B68-5ACF-AFFF-D6B7-F72F3484D306}"/>
              </a:ext>
            </a:extLst>
          </p:cNvPr>
          <p:cNvSpPr txBox="1"/>
          <p:nvPr/>
        </p:nvSpPr>
        <p:spPr>
          <a:xfrm>
            <a:off x="4258056" y="452901"/>
            <a:ext cx="3281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Thank You / Q&amp;A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7457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5F7A6B-1D8D-0456-EA50-280A45AD8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8" y="0"/>
            <a:ext cx="1399031" cy="1399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7F384C-D117-C878-ACFD-24F37BBF4683}"/>
              </a:ext>
            </a:extLst>
          </p:cNvPr>
          <p:cNvSpPr txBox="1"/>
          <p:nvPr/>
        </p:nvSpPr>
        <p:spPr>
          <a:xfrm>
            <a:off x="10239755" y="1214365"/>
            <a:ext cx="179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AI FUSION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27B4EC-5B44-30BC-1138-7C16EDF53CD6}"/>
              </a:ext>
            </a:extLst>
          </p:cNvPr>
          <p:cNvSpPr/>
          <p:nvPr/>
        </p:nvSpPr>
        <p:spPr>
          <a:xfrm>
            <a:off x="0" y="6304788"/>
            <a:ext cx="12192000" cy="55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E17C3-FEED-71F9-9F5F-CC2D942048D5}"/>
              </a:ext>
            </a:extLst>
          </p:cNvPr>
          <p:cNvSpPr txBox="1"/>
          <p:nvPr/>
        </p:nvSpPr>
        <p:spPr>
          <a:xfrm>
            <a:off x="4258056" y="6408445"/>
            <a:ext cx="367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@AI Fusion submission-Template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3B6A5F-45E2-1393-F1F6-E8B6BE6C4000}"/>
              </a:ext>
            </a:extLst>
          </p:cNvPr>
          <p:cNvSpPr/>
          <p:nvPr/>
        </p:nvSpPr>
        <p:spPr>
          <a:xfrm>
            <a:off x="356616" y="422909"/>
            <a:ext cx="1399031" cy="55321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DD8793-47BD-628D-A794-9118487A99B7}"/>
              </a:ext>
            </a:extLst>
          </p:cNvPr>
          <p:cNvSpPr txBox="1"/>
          <p:nvPr/>
        </p:nvSpPr>
        <p:spPr>
          <a:xfrm>
            <a:off x="356616" y="514849"/>
            <a:ext cx="14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3EDA6-1286-868E-F206-61DF03FCF93F}"/>
              </a:ext>
            </a:extLst>
          </p:cNvPr>
          <p:cNvSpPr txBox="1"/>
          <p:nvPr/>
        </p:nvSpPr>
        <p:spPr>
          <a:xfrm>
            <a:off x="595216" y="1897528"/>
            <a:ext cx="1168250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Kindly keep the maximum slides limit up to six </a:t>
            </a:r>
            <a:r>
              <a:rPr lang="en-US" sz="2200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(14). </a:t>
            </a:r>
            <a:r>
              <a:rPr lang="en-US" sz="22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 Including the title slide)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team must consist of 2–4 participants.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must submit their PPT and working prototype within the specified deadline.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must address a real-world problem and align with the chosen category.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must follow the given PPT format and submission guidelines.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must be demonstrable during the evaluation.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must complete their presentation within the given time limit.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changes to the submitted project after the deadline are subject to the organizer/judging guidelines.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judges’ decision will be final.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reserve the right to disqualify teams for rule violations.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994188-EBC6-E56A-81B4-5AFB9D1AFBF1}"/>
              </a:ext>
            </a:extLst>
          </p:cNvPr>
          <p:cNvSpPr txBox="1"/>
          <p:nvPr/>
        </p:nvSpPr>
        <p:spPr>
          <a:xfrm>
            <a:off x="5288707" y="437905"/>
            <a:ext cx="1147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2968001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900</Words>
  <Application>Microsoft Office PowerPoint</Application>
  <PresentationFormat>Widescreen</PresentationFormat>
  <Paragraphs>189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Arial Narrow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2026-09-18T06:47:53Z</dcterms:created>
  <dcterms:modified xsi:type="dcterms:W3CDTF">2026-09-18T10:51:57Z</dcterms:modified>
</cp:coreProperties>
</file>
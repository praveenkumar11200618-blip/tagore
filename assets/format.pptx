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58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notesMaster" Target="notesMasters/notesMaster1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15DF48-8557-4309-BA00-95C153F013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221C97-D3D6-4DF5-A824-0F913DEBE005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797769-11AF-4B13-9480-5464F4E8F14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466C3F-FEFB-43B6-A316-8E9E30C0FA08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8230" y="1934165"/>
            <a:ext cx="635965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Project / Idea Title </a:t>
            </a:r>
            <a:endParaRPr lang="en-IN" sz="28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Team Name </a:t>
            </a:r>
            <a:endParaRPr lang="en-IN" sz="28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Department / Institution </a:t>
            </a:r>
            <a:endParaRPr lang="en-IN" sz="28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Hackathon Name: AI FUSION 2026</a:t>
            </a:r>
            <a:endParaRPr lang="en-IN" sz="28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Theme of your idea </a:t>
            </a:r>
            <a:endParaRPr lang="en-US" sz="28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457200" lvl="0" indent="-4572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Problem Statement Category</a:t>
            </a:r>
            <a:endParaRPr lang="en-IN" sz="28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4968240" y="1595414"/>
            <a:ext cx="196596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latin typeface="Arial" panose="020B0604020202020204" pitchFamily="34" charset="0"/>
                <a:cs typeface="Arial" panose="020B0604020202020204" pitchFamily="34" charset="0"/>
              </a:rPr>
              <a:t>Title Page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3053715" y="336254"/>
            <a:ext cx="57950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dirty="0">
                <a:latin typeface="Algerian" panose="04020705040A02060702" pitchFamily="82" charset="0"/>
              </a:rPr>
              <a:t>AI FUSION 2026</a:t>
            </a:r>
            <a:endParaRPr lang="en-US" sz="5400" dirty="0">
              <a:latin typeface="Algerian" panose="04020705040A02060702" pitchFamily="82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21" name="TextBox 20"/>
          <p:cNvSpPr txBox="1"/>
          <p:nvPr/>
        </p:nvSpPr>
        <p:spPr>
          <a:xfrm>
            <a:off x="4346066" y="486047"/>
            <a:ext cx="23850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latin typeface="Arial" panose="020B0604020202020204" pitchFamily="34" charset="0"/>
                <a:cs typeface="Arial" panose="020B0604020202020204" pitchFamily="34" charset="0"/>
              </a:rPr>
              <a:t>The Problem</a:t>
            </a:r>
            <a:endParaRPr lang="en-IN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179956" y="1642078"/>
            <a:ext cx="810691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real-world problem are we solving?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experiences this problem?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are the major challenges today?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are existing solutions insufficient?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happens if the problem remains unsolved?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is an innovative, technology-driven solution required?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32" name="TextBox 31"/>
          <p:cNvSpPr txBox="1"/>
          <p:nvPr/>
        </p:nvSpPr>
        <p:spPr>
          <a:xfrm>
            <a:off x="4161948" y="514849"/>
            <a:ext cx="35480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</a:t>
            </a:r>
            <a:endParaRPr lang="en-IN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800" dirty="0"/>
          </a:p>
        </p:txBody>
      </p:sp>
      <p:sp>
        <p:nvSpPr>
          <p:cNvPr id="34" name="TextBox 33"/>
          <p:cNvSpPr txBox="1"/>
          <p:nvPr/>
        </p:nvSpPr>
        <p:spPr>
          <a:xfrm>
            <a:off x="1056131" y="1718917"/>
            <a:ext cx="1029690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“How might we use technology to [solve the specific problem] so that [target users] can achieve [measurable outcome]?”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 Areas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 Users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Problem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 Cause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Gap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Wingdings" panose="05000000000000000000" pitchFamily="2" charset="2"/>
              <a:buChar char="Ø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Desired Outcome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792410" y="1214365"/>
            <a:ext cx="830103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 Name: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[Project Name]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One-Line Pitch: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smart, scalable and user-focused solution designed to solve [problem] through technology and intelligent automation.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Concept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the problem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relevant data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 and analyze information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intelligent insights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 or automate appropriate actions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the resulting impact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81003" y="407127"/>
            <a:ext cx="19099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OUR IDEA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1755647" y="1583697"/>
            <a:ext cx="69965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Addresses a clearly identified real-world need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limitations of existing approaches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Saves time, effort and resources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accessibility and user experience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Introduces intelligent automation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data-driven decision-making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scalability and real-world adoption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Value Proposition: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“Simple to use. Intelligent in action. Measurable in impact.”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45639" y="453305"/>
            <a:ext cx="27098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WHY THIS IDEA?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2049752" y="1437472"/>
            <a:ext cx="761523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→ Data/Input → Processing → AI/ML Analysis → Intelligent Decision → Action/Output → Impact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interacts with the platform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Required data is collected securely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processed and analyzed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generates meaningful insights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recommends or triggers an action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receive results, alerts or recommendations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 continuously improves the system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409067" y="483365"/>
            <a:ext cx="36776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PROPOSED SOLUTION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2174651" y="1583697"/>
            <a:ext cx="543582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HTML, CSS, JavaScript / React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/ Node.js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MySQL / MongoDB / Firebase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Python, Machine Learning, Generative AI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 APIs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Firebase / AWS / Azure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Hardware/IoT: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Sensors / ESP32, where applicable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19181" y="551805"/>
            <a:ext cx="32527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TECHNOLOGY STACK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1942338" y="1651307"/>
            <a:ext cx="5943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Registration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↓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Data/Input Submission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↓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Validation &amp; Processing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↓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AI/ML Analysis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↓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5: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Insights &amp; Recommendations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↓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6: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Action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↓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7: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Monitoring, Feedback &amp; Improvement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45884" y="444924"/>
            <a:ext cx="46624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USER JOURNEY / WORKFLOW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2390772" y="1285964"/>
            <a:ext cx="5273803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accessible and proven technologies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Modular and scalable architecture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developed within the hackathon timeline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user workflow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Minimal infrastructure requirements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integration with existing systems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Economic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Cost-effective implementation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Cloud-based deployment potential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Reduced operational effort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0893" y="356971"/>
            <a:ext cx="595017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Feasibility, Scalability &amp; Future Scope</a:t>
            </a:r>
            <a:endParaRPr lang="en-US" sz="2800" b="1" dirty="0"/>
          </a:p>
          <a:p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1837944" y="1443841"/>
            <a:ext cx="880586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Social Impact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Benefits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Technological Benefits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Environmental Benefits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Long-Term Impact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31695" y="260258"/>
            <a:ext cx="36099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IMPACT &amp; BENEFITS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47737" y="2213585"/>
          <a:ext cx="10296525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38725"/>
                <a:gridCol w="5257800"/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             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Challenges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              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Mitigation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availability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APIs, structured data collection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privacy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Encryption &amp; access control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accuracy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Testing, validation &amp; continuous improvement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Scalability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Cloud-based architecture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adoption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Simple UI, onboarding &amp; awareness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System reliability</a:t>
                      </a:r>
                      <a:endParaRPr lang="en-US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Monitoring, backups &amp; error handling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193256" y="535434"/>
            <a:ext cx="61007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/>
              <a:t>Challenges &amp; Risk Mitigation</a:t>
            </a:r>
            <a:endParaRPr lang="en-US" sz="280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1837944" y="2070990"/>
            <a:ext cx="702249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the end of the hackathon, our team will deliver: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working prototype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Web/mobile application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AI/ML-powered solution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workflow demonstration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insights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406859" y="488440"/>
            <a:ext cx="33874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EXPECTED OUTCOME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1056131" y="1747628"/>
            <a:ext cx="1043940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Real-world Challenge Requires A Practical And Scalable Solution.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 Combines Technology, Ai And Automation To Address The Challenge Intelligently.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Impact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Platform Is Designed To Deliver Measurable Improvements For Users, Organizations And The Wider Community.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“From An Idea To An Innovation, We Are Building A Solution That Can Create Measurable Real-world Impact.”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815077" y="444924"/>
            <a:ext cx="17922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Conclusion</a:t>
            </a:r>
            <a:endParaRPr lang="en-US" sz="2800" b="1" dirty="0"/>
          </a:p>
          <a:p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2945416" y="2245328"/>
            <a:ext cx="648433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Thank You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 | Institution | Contact Details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258056" y="452901"/>
            <a:ext cx="32813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Thank You / Q&amp;A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198" y="0"/>
            <a:ext cx="1399031" cy="1399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239755" y="1214365"/>
            <a:ext cx="1792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 Narrow" panose="020B0606020202030204" pitchFamily="34" charset="0"/>
              </a:rPr>
              <a:t>AI FUSION 2026</a:t>
            </a:r>
            <a:endParaRPr lang="en-US" b="1" dirty="0">
              <a:latin typeface="Arial Narrow" panose="020B060602020203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304788"/>
            <a:ext cx="12192000" cy="5532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4258056" y="6408445"/>
            <a:ext cx="3675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@AI Fusion submission-Template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56616" y="422909"/>
            <a:ext cx="1399031" cy="55321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356616" y="514849"/>
            <a:ext cx="1481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TEAM NAME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95216" y="1897528"/>
            <a:ext cx="11682509" cy="4092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20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  <a:sym typeface="Calibri" panose="020F0502020204030204"/>
              </a:rPr>
              <a:t>Kindly keep the maximum slides limit up to Fourteen </a:t>
            </a:r>
            <a:r>
              <a:rPr lang="en-US" sz="2200" i="0" u="none" strike="noStrike" cap="none" dirty="0">
                <a:solidFill>
                  <a:srgbClr val="C00000"/>
                </a:solidFill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  <a:sym typeface="Calibri" panose="020F0502020204030204"/>
              </a:rPr>
              <a:t>(14). </a:t>
            </a:r>
            <a:r>
              <a:rPr lang="en-US" sz="220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 panose="020F0502020204030204"/>
                <a:cs typeface="Times New Roman" panose="02020603050405020304" pitchFamily="18" charset="0"/>
                <a:sym typeface="Calibri" panose="020F0502020204030204"/>
              </a:rPr>
              <a:t>( Including the title slide) 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team must consist of 2–4 participants.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Teams must submit their PPT and working prototype within the specified deadline.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solution must address a real-world problem and align with the chosen category.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Participants must follow the given PPT format and submission guidelines.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prototype must be demonstrable during the evaluation.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Teams must complete their presentation within the given time limit.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Any changes to the submitted project after the deadline are subject to the organizer/judging guidelines.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judges’ decision will be final.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Organizers reserve the right to disqualify teams for rule violations.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5288707" y="437905"/>
            <a:ext cx="11477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RULES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5481</Words>
  <Application>WPS Presentation</Application>
  <PresentationFormat>Widescreen</PresentationFormat>
  <Paragraphs>298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8" baseType="lpstr">
      <vt:lpstr>Arial</vt:lpstr>
      <vt:lpstr>SimSun</vt:lpstr>
      <vt:lpstr>Wingdings</vt:lpstr>
      <vt:lpstr>Arial Narrow</vt:lpstr>
      <vt:lpstr>Times New Roman</vt:lpstr>
      <vt:lpstr>Verdana</vt:lpstr>
      <vt:lpstr>Algerian</vt:lpstr>
      <vt:lpstr>Calibri</vt:lpstr>
      <vt:lpstr>Gabriola</vt:lpstr>
      <vt:lpstr>Microsoft YaHei</vt:lpstr>
      <vt:lpstr>Arial Unicode MS</vt:lpstr>
      <vt:lpstr>Calibri Light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STUDENT</cp:lastModifiedBy>
  <cp:revision>6</cp:revision>
  <dcterms:created xsi:type="dcterms:W3CDTF">2026-09-18T06:47:00Z</dcterms:created>
  <dcterms:modified xsi:type="dcterms:W3CDTF">2026-09-21T10:25:52Z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59A90D999A8C4363BBAFCB2FD806F284_12</vt:lpwstr>
  </property>
  <property fmtid="{D5CDD505-2E9C-101B-9397-08002B2CF9AE}" pid="3" name="KSOProductBuildVer">
    <vt:lpwstr>2057-12.2.0.23206</vt:lpwstr>
  </property>
</Properties>
</file>